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0"/>
            <a:ext cx="3200400" cy="6858000"/>
          </a:xfrm>
          <a:prstGeom prst="rect">
            <a:avLst/>
          </a:prstGeom>
          <a:solidFill>
            <a:srgbClr val="111936"/>
          </a:solidFill>
          <a:ln w="12700">
            <a:solidFill>
              <a:srgbClr val="1119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0"/>
            <a:ext cx="54864" cy="6858000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8961120" cy="7315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334A"/>
                </a:solidFill>
              </a:rPr>
              <a:t>SOC INCIDENT INVESTIGATION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AgentTesla Phishing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Data Exfiltration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32004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346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92AA"/>
                </a:solidFill>
              </a:rPr>
              <a:t>Incident Reference: </a:t>
            </a:r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</a:rPr>
              <a:t>INC-2024-1204-001
</a:t>
            </a:r>
            <a:pPr indent="0" marL="0">
              <a:buNone/>
            </a:pPr>
            <a:r>
              <a:rPr lang="en-US" sz="1300" b="1" dirty="0">
                <a:solidFill>
                  <a:srgbClr val="8892AA"/>
                </a:solidFill>
              </a:rPr>
              <a:t>Organisation: </a:t>
            </a:r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</a:rPr>
              <a:t>Globex Manufacturing Ltd
</a:t>
            </a:r>
            <a:pPr indent="0" marL="0">
              <a:buNone/>
            </a:pPr>
            <a:r>
              <a:rPr lang="en-US" sz="1300" b="1" dirty="0">
                <a:solidFill>
                  <a:srgbClr val="8892AA"/>
                </a:solidFill>
              </a:rPr>
              <a:t>Analyst: </a:t>
            </a:r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</a:rPr>
              <a:t>[Your Name]  |  SOC Analyst Tier 2
</a:t>
            </a:r>
            <a:pPr indent="0" marL="0">
              <a:buNone/>
            </a:pPr>
            <a:r>
              <a:rPr lang="en-US" sz="1300" b="1" dirty="0">
                <a:solidFill>
                  <a:srgbClr val="8892AA"/>
                </a:solidFill>
              </a:rPr>
              <a:t>Date: </a:t>
            </a:r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</a:rPr>
              <a:t>31 May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2CB"/>
                </a:solidFill>
              </a:rPr>
              <a:t>THREAT PROFILE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0" y="777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Malware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0" y="987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AgentTesla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0" y="13441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Type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0" y="1554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Infostealer / Trojan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0" y="1911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Vector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0" y="2121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Phishing Email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0" y="247802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Exfil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0" y="26883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FTP Cleartext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0" y="3044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Severity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0" y="32552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334A"/>
                </a:solidFill>
              </a:rPr>
              <a:t>CRITICAL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0" y="3611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Date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0" y="38221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 Dec 2024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565"/>
                </a:solidFill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Incident at a Glance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A"/>
                </a:solidFill>
              </a:rPr>
              <a:t>Key metrics from the AgentTesla investigation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54864" cy="1783080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54480"/>
            <a:ext cx="3383280" cy="980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3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49/63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2920" y="2532888"/>
            <a:ext cx="3383280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A"/>
                </a:solidFill>
              </a:rPr>
              <a:t>VirusTotal Detections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60520" y="146304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1463040"/>
            <a:ext cx="54864" cy="1783080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554480"/>
            <a:ext cx="3383280" cy="980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3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297680" y="2532888"/>
            <a:ext cx="3383280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A"/>
                </a:solidFill>
              </a:rPr>
              <a:t>Files Exfiltrated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46304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1463040"/>
            <a:ext cx="54864" cy="1783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1554480"/>
            <a:ext cx="3383280" cy="980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6s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092440" y="2532888"/>
            <a:ext cx="3383280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A"/>
                </a:solidFill>
              </a:rPr>
              <a:t>Time to First Exfiltration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657600"/>
            <a:ext cx="54864" cy="1783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49040"/>
            <a:ext cx="3383280" cy="980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02920" y="4727448"/>
            <a:ext cx="3383280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A"/>
                </a:solidFill>
              </a:rPr>
              <a:t>FTP Sessions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60520" y="365760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60520" y="3657600"/>
            <a:ext cx="54864" cy="17830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3749040"/>
            <a:ext cx="3383280" cy="980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4297680" y="4727448"/>
            <a:ext cx="3383280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A"/>
                </a:solidFill>
              </a:rPr>
              <a:t>IOCs Extracted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55280" y="365760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3657600"/>
            <a:ext cx="54864" cy="17830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92440" y="3749040"/>
            <a:ext cx="3383280" cy="980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~20 min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8092440" y="4727448"/>
            <a:ext cx="3383280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A"/>
                </a:solidFill>
              </a:rPr>
              <a:t>Beaconing Interval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565"/>
                </a:solidFill>
              </a:rPr>
              <a:t>INC-2024-1204-001  |  Globex Manufacturing Ltd  |  CONFIDENTIAL  |  2/10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 — EMAIL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Phishing Email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A"/>
                </a:solidFill>
              </a:rPr>
              <a:t>Supplier impersonation delivering AgentTesla malware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486400" cy="5212080"/>
          </a:xfrm>
          <a:prstGeom prst="roundRect">
            <a:avLst>
              <a:gd name="adj" fmla="val 1754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2CB"/>
                </a:solidFill>
              </a:rPr>
              <a:t>EMAIL HEADER FINDINGS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A"/>
                </a:solidFill>
              </a:rPr>
              <a:t>Sender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28800" y="1920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</a:rPr>
              <a:t>sertan@acronas.com.tr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4414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A"/>
                </a:solidFill>
              </a:rPr>
              <a:t>Origin IP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0" y="2441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</a:rPr>
              <a:t>94.141.120.32 — France (DGTL TECH UK LLP)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9626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A"/>
                </a:solidFill>
              </a:rPr>
              <a:t>SPF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28800" y="29626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</a:rPr>
              <a:t>Softfail ❌ — IP not authorised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4838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A"/>
                </a:solidFill>
              </a:rPr>
              <a:t>DKIM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28800" y="3483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</a:rPr>
              <a:t>None ❌ — no digital signature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0050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A"/>
                </a:solidFill>
              </a:rPr>
              <a:t>DMARC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28800" y="40050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</a:rPr>
              <a:t>None ❌ — no enforcement policy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526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A"/>
                </a:solidFill>
              </a:rPr>
              <a:t>WHOIS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28800" y="4526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</a:rPr>
              <a:t>No record found for acronas.com.tr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5047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A"/>
                </a:solidFill>
              </a:rPr>
              <a:t>AbuseIPDB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28800" y="50474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</a:rPr>
              <a:t>57 reports — Hacking, Port Scan, Brute-Force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55686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A"/>
                </a:solidFill>
              </a:rPr>
              <a:t>Relay Hops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28800" y="55686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</a:rPr>
              <a:t>1 hop only — direct from unknown server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417320"/>
            <a:ext cx="5715000" cy="2377440"/>
          </a:xfrm>
          <a:prstGeom prst="roundRect">
            <a:avLst>
              <a:gd name="adj" fmla="val 384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1508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</a:rPr>
              <a:t>SOCIAL ENGINEERING TECHNIQUE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63640" y="190195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4"/>
                </a:solidFill>
              </a:rPr>
              <a:t>Supplier / Vendor Impersonation (BEC)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226771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4"/>
                </a:solidFill>
              </a:rPr>
              <a:t>Fake company: Acron Su ve Çevre Teknolojileri A.S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63347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4"/>
                </a:solidFill>
              </a:rPr>
              <a:t>Professional tone — avoids urgency to bypass filters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299923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4"/>
                </a:solidFill>
              </a:rPr>
              <a:t>Grammar errors: 'Dea Sir', 'We are Turkish company'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336499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4"/>
                </a:solidFill>
              </a:rPr>
              <a:t>Vague attachment lure — no specific product named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3977640"/>
            <a:ext cx="5715000" cy="2651760"/>
          </a:xfrm>
          <a:prstGeom prst="roundRect">
            <a:avLst>
              <a:gd name="adj" fmla="val 3448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40690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334A"/>
                </a:solidFill>
              </a:rPr>
              <a:t>ATTACHMENT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4480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A"/>
                </a:solidFill>
              </a:rPr>
              <a:t>File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80960" y="4480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SPECIFICATIONS.TAR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3640" y="4892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A"/>
                </a:solidFill>
              </a:rPr>
              <a:t>Actual Type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680960" y="4892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 v4 Win32 — file type spoofing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5303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A"/>
                </a:solidFill>
              </a:rPr>
              <a:t>Detection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680960" y="5303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49/63 — trojan.msil/agenttesla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3640" y="5715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A"/>
                </a:solidFill>
              </a:rPr>
              <a:t>MD5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680960" y="5715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b7635c9cc63619099419c68a2bf0d390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63640" y="6126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A"/>
                </a:solidFill>
              </a:rPr>
              <a:t>SHA256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680960" y="6126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5c98308c69c84...f9915ac336b6f1d59f0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565"/>
                </a:solidFill>
              </a:rPr>
              <a:t>INC-2024-1204-001  |  Globex Manufacturing Ltd  |  CONFIDENTIAL  |  3/10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MALWARE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AgentTesla — Malware Profile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A"/>
                </a:solidFill>
              </a:rPr>
              <a:t>Capability analysis from VirusTotal sandbox behaviour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🔑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34440" y="1600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CB"/>
                </a:solidFill>
              </a:rPr>
              <a:t>Credential Harvesting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9659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</a:rPr>
              <a:t>Extracts saved passwords from browsers and applications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46304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⌨️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040880" y="1600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CB"/>
                </a:solidFill>
              </a:rPr>
              <a:t>Keylogging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40880" y="19659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</a:rPr>
              <a:t>Records all keystrokes — captures credentials as typed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234440" y="3154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CB"/>
                </a:solidFill>
              </a:rPr>
              <a:t>Clipboard Capture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35204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</a:rPr>
              <a:t>Monitors and steals clipboard contents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301752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040880" y="3154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CB"/>
                </a:solidFill>
              </a:rPr>
              <a:t>FTP Exfiltration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0" y="35204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</a:rPr>
              <a:t>Transmits stolen data via FTP in cleartext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57200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709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👻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234440" y="4709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CB"/>
                </a:solidFill>
              </a:rPr>
              <a:t>Sandbox Evasion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50749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</a:rPr>
              <a:t>Detects debug environments, checks BIOS and network adapters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457200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709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040880" y="4709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CB"/>
                </a:solidFill>
              </a:rPr>
              <a:t>Persistence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40880" y="50749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</a:rPr>
              <a:t>Modifies registry to survive system reboots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6172200"/>
            <a:ext cx="11430000" cy="457200"/>
          </a:xfrm>
          <a:prstGeom prst="roundRect">
            <a:avLst>
              <a:gd name="adj" fmla="val 20000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236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A"/>
                </a:solidFill>
              </a:rPr>
              <a:t>MITRE ATT&amp;CK: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920240" y="6236208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1E2D5A"/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20240" y="6236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2CB"/>
                </a:solidFill>
              </a:rPr>
              <a:t>TA0002 Execution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389120" y="6236208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1E2D5A"/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0" y="6236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2CB"/>
                </a:solidFill>
              </a:rPr>
              <a:t>TA0003 Persistence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58000" y="6236208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1E2D5A"/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6236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2CB"/>
                </a:solidFill>
              </a:rPr>
              <a:t>TA0004 Privilege Escalation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326880" y="6236208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1E2D5A"/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26880" y="6236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2CB"/>
                </a:solidFill>
              </a:rPr>
              <a:t>TA0005 Defense Evasion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565"/>
                </a:solidFill>
              </a:rPr>
              <a:t>INC-2024-1204-001  |  Globex Manufacturing Ltd  |  CONFIDENTIAL  |  4/10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 — NETWORK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Infected Host Identification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A"/>
                </a:solidFill>
              </a:rPr>
              <a:t>Network endpoint analysis from PCAP — 182 packets, 4 IP addresses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3474720" cy="2560320"/>
          </a:xfrm>
          <a:prstGeom prst="roundRect">
            <a:avLst>
              <a:gd name="adj" fmla="val 3571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3474720" cy="54864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727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334A"/>
                </a:solidFill>
              </a:rPr>
              <a:t>🖥️  INFECTED HOST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A"/>
                </a:solidFill>
              </a:rPr>
              <a:t>IP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10.12.4.101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A"/>
                </a:solidFill>
              </a:rPr>
              <a:t>MAC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160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00:0c:f1:f4:7b:e1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743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A"/>
                </a:solidFill>
              </a:rPr>
              <a:t>User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7160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gary.strickman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108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A"/>
                </a:solidFill>
              </a:rPr>
              <a:t>Host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7160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DESKTOP-VJCRXEB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474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A"/>
                </a:solidFill>
              </a:rPr>
              <a:t>Packets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7160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182 (100% of capture)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77640" y="2468880"/>
            <a:ext cx="1005840" cy="548640"/>
          </a:xfrm>
          <a:prstGeom prst="rightArrow">
            <a:avLst/>
          </a:prstGeom>
          <a:solidFill>
            <a:srgbClr val="1A2547"/>
          </a:solidFill>
          <a:ln w="12700">
            <a:solidFill>
              <a:srgbClr val="8892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30906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A"/>
                </a:solidFill>
              </a:rPr>
              <a:t>FTP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2AA"/>
                </a:solidFill>
              </a:rPr>
              <a:t>port 21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120640" y="1463040"/>
            <a:ext cx="3474720" cy="2560320"/>
          </a:xfrm>
          <a:prstGeom prst="roundRect">
            <a:avLst>
              <a:gd name="adj" fmla="val 3571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0" y="1463040"/>
            <a:ext cx="347472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15727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🌐  ATTACKER FTP SERVER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A"/>
                </a:solidFill>
              </a:rPr>
              <a:t>IP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0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192.254.225.136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5780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A"/>
                </a:solidFill>
              </a:rPr>
              <a:t>Domain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7920" y="2377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ftp.ercolina-usa.com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5780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A"/>
                </a:solidFill>
              </a:rPr>
              <a:t>Software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2743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Pure-FTPd [privsep] [TLS]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5780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A"/>
                </a:solidFill>
              </a:rPr>
              <a:t>Port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0" y="3108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(FTP)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57800" y="3474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A"/>
                </a:solidFill>
              </a:rPr>
              <a:t>Sessions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0" y="3474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(t=6s and t=1211s)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732520" y="2468880"/>
            <a:ext cx="1005840" cy="548640"/>
          </a:xfrm>
          <a:prstGeom prst="rightArrow">
            <a:avLst/>
          </a:prstGeom>
          <a:solidFill>
            <a:srgbClr val="1A2547"/>
          </a:solidFill>
          <a:ln w="12700">
            <a:solidFill>
              <a:srgbClr val="8892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32520" y="30906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A"/>
                </a:solidFill>
              </a:rPr>
              <a:t>DNS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2AA"/>
                </a:solidFill>
              </a:rPr>
              <a:t>HTTPS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875520" y="14630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66960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CB"/>
                </a:solidFill>
              </a:rPr>
              <a:t>🌍  api.ipify.org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966960" y="1965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172.67.74.152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IP fingerprint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t=0.000000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4251960"/>
            <a:ext cx="11430000" cy="1463040"/>
          </a:xfrm>
          <a:prstGeom prst="roundRect">
            <a:avLst>
              <a:gd name="adj" fmla="val 6250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4251960"/>
            <a:ext cx="54864" cy="1463040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3159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334A"/>
                </a:solidFill>
              </a:rPr>
              <a:t>⚠️  STOLEN FTP CREDENTIALS — TRANSMITTED IN CLEARTEXT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4709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2AA"/>
                </a:solidFill>
              </a:rPr>
              <a:t>USERNAME: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ben@ercolina-usa.com</a:t>
            </a:r>
            <a:pPr indent="0" marL="0">
              <a:buNone/>
            </a:pPr>
            <a:r>
              <a:rPr lang="en-US" sz="1200" b="1" dirty="0">
                <a:solidFill>
                  <a:srgbClr val="8892AA"/>
                </a:solidFill>
              </a:rPr>
              <a:t>          PASSWORD: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nXe0M-WkW&amp;nJ</a:t>
            </a:r>
            <a:pPr indent="0" marL="0">
              <a:buNone/>
            </a:pPr>
            <a:r>
              <a:rPr lang="en-US" sz="1200" b="1" dirty="0">
                <a:solidFill>
                  <a:srgbClr val="8892AA"/>
                </a:solidFill>
              </a:rPr>
              <a:t>          AUTH RESULT:  </a:t>
            </a:r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230 OK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5120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Source: Wireshark FTP filter — credentials visible in plaintext at Packet 24 (USER) and Packet 27 (PASS)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565"/>
                </a:solidFill>
              </a:rPr>
              <a:t>INC-2024-1204-001  |  Globex Manufacturing Ltd  |  CONFIDENTIAL  |  5/10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FTP EXFILTRATION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Exfiltration — What Was Stolen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A"/>
                </a:solidFill>
              </a:rPr>
              <a:t>4 files exfiltrated across 2 FTP sessions to attacker server 192.254.225.136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463040"/>
            <a:ext cx="2807208" cy="5074920"/>
          </a:xfrm>
          <a:prstGeom prst="roundRect">
            <a:avLst>
              <a:gd name="adj" fmla="val 3257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463040"/>
            <a:ext cx="2807208" cy="64008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27632"/>
            <a:ext cx="2532888" cy="292608"/>
          </a:xfrm>
          <a:prstGeom prst="roundRect">
            <a:avLst>
              <a:gd name="adj" fmla="val 15625"/>
            </a:avLst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27632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SESSION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2532888" cy="347472"/>
          </a:xfrm>
          <a:prstGeom prst="roundRect">
            <a:avLst>
              <a:gd name="adj" fmla="val 13158"/>
            </a:avLst>
          </a:prstGeom>
          <a:solidFill>
            <a:srgbClr val="111936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11680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3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PW_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2468880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Password Dump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852928"/>
            <a:ext cx="2532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</a:rPr>
              <a:t>Harvested system and application passwords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2532888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39312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A"/>
                </a:solidFill>
              </a:rPr>
              <a:t>Victim identity in filename: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6791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3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gary.strickman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11480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3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DESKTOP-VJCRXEB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425696"/>
            <a:ext cx="2532888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4988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A"/>
                </a:solidFill>
              </a:rPr>
              <a:t>Timestamp: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470916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t=7.158194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9926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A"/>
                </a:solidFill>
              </a:rPr>
              <a:t>Speed: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519379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4.39 KB/s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" y="6263640"/>
            <a:ext cx="2807208" cy="274320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626364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226 File successfully transferred ✓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72968" y="1463040"/>
            <a:ext cx="2807208" cy="5074920"/>
          </a:xfrm>
          <a:prstGeom prst="roundRect">
            <a:avLst>
              <a:gd name="adj" fmla="val 3257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72968" y="1463040"/>
            <a:ext cx="280720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0128" y="1627632"/>
            <a:ext cx="2532888" cy="292608"/>
          </a:xfrm>
          <a:prstGeom prst="roundRect">
            <a:avLst>
              <a:gd name="adj" fmla="val 1562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1627632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SESSION 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10128" y="2011680"/>
            <a:ext cx="2532888" cy="347472"/>
          </a:xfrm>
          <a:prstGeom prst="roundRect">
            <a:avLst>
              <a:gd name="adj" fmla="val 13158"/>
            </a:avLst>
          </a:prstGeom>
          <a:solidFill>
            <a:srgbClr val="11193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0128" y="2011680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CO_Chrome_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310128" y="2468880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Chrome Credentials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10128" y="2852928"/>
            <a:ext cx="2532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</a:rPr>
              <a:t>Saved passwords, cookies and session tokens from Google Chrome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10128" y="3566160"/>
            <a:ext cx="2532888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3639312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A"/>
                </a:solidFill>
              </a:rPr>
              <a:t>Victim identity in filename: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10128" y="386791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gary.strickman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10128" y="411480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DESKTOP-VJCRXEB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10128" y="4425696"/>
            <a:ext cx="2532888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10128" y="44988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A"/>
                </a:solidFill>
              </a:rPr>
              <a:t>Timestamp: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310128" y="470916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t=8.180679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310128" y="49926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A"/>
                </a:solidFill>
              </a:rPr>
              <a:t>Speed: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310128" y="519379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126.77 KB/s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172968" y="6263640"/>
            <a:ext cx="2807208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64408" y="626364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226 File successfully transferred ✓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17336" y="1463040"/>
            <a:ext cx="2807208" cy="5074920"/>
          </a:xfrm>
          <a:prstGeom prst="roundRect">
            <a:avLst>
              <a:gd name="adj" fmla="val 3257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17336" y="1463040"/>
            <a:ext cx="280720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54496" y="1627632"/>
            <a:ext cx="2532888" cy="292608"/>
          </a:xfrm>
          <a:prstGeom prst="roundRect">
            <a:avLst>
              <a:gd name="adj" fmla="val 1562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54496" y="1627632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SESSION 1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54496" y="2011680"/>
            <a:ext cx="2532888" cy="347472"/>
          </a:xfrm>
          <a:prstGeom prst="roundRect">
            <a:avLst>
              <a:gd name="adj" fmla="val 13158"/>
            </a:avLst>
          </a:prstGeom>
          <a:solidFill>
            <a:srgbClr val="11193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54496" y="2011680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CO_Edge_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254496" y="2468880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Edge Credentials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254496" y="2852928"/>
            <a:ext cx="2532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</a:rPr>
              <a:t>Saved passwords, cookies and session tokens from Microsoft Edge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54496" y="3566160"/>
            <a:ext cx="2532888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54496" y="3639312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A"/>
                </a:solidFill>
              </a:rPr>
              <a:t>Victim identity in filename: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254496" y="386791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gary.strickman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254496" y="411480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DESKTOP-VJCRXEB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54496" y="4425696"/>
            <a:ext cx="2532888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54496" y="44988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A"/>
                </a:solidFill>
              </a:rPr>
              <a:t>Timestamp: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254496" y="470916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t=8.619721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254496" y="49926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A"/>
                </a:solidFill>
              </a:rPr>
              <a:t>Speed: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254496" y="519379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90.09 KB/s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117336" y="6263640"/>
            <a:ext cx="2807208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08776" y="626364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226 File successfully transferred ✓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9061704" y="1463040"/>
            <a:ext cx="2807208" cy="5074920"/>
          </a:xfrm>
          <a:prstGeom prst="roundRect">
            <a:avLst>
              <a:gd name="adj" fmla="val 3257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061704" y="1463040"/>
            <a:ext cx="2807208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198864" y="1627632"/>
            <a:ext cx="2532888" cy="292608"/>
          </a:xfrm>
          <a:prstGeom prst="roundRect">
            <a:avLst>
              <a:gd name="adj" fmla="val 15625"/>
            </a:avLst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198864" y="1627632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9198864" y="2011680"/>
            <a:ext cx="2532888" cy="347472"/>
          </a:xfrm>
          <a:prstGeom prst="roundRect">
            <a:avLst>
              <a:gd name="adj" fmla="val 13158"/>
            </a:avLst>
          </a:prstGeom>
          <a:solidFill>
            <a:srgbClr val="111936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198864" y="2011680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KL_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9198864" y="2468880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Keylogger Output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9198864" y="2852928"/>
            <a:ext cx="2532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</a:rPr>
              <a:t>All keystrokes recorded by AgentTesla over ~20 minutes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9198864" y="3566160"/>
            <a:ext cx="2532888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198864" y="3639312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A"/>
                </a:solidFill>
              </a:rPr>
              <a:t>Victim identity in filename: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9198864" y="386791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gary.strickman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9198864" y="411480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DESKTOP-VJCRXEB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9198864" y="4425696"/>
            <a:ext cx="2532888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198864" y="44988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A"/>
                </a:solidFill>
              </a:rPr>
              <a:t>Timestamp: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9198864" y="470916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t=1212.249450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9198864" y="49926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A"/>
                </a:solidFill>
              </a:rPr>
              <a:t>Speed: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9198864" y="519379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—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9061704" y="6263640"/>
            <a:ext cx="2807208" cy="2743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153144" y="626364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226 File successfully transferred ✓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565"/>
                </a:solidFill>
              </a:rPr>
              <a:t>INC-2024-1204-001  |  Globex Manufacturing Ltd  |  CONFIDENTIAL  |  6/10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TIMELINE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Attack Timeline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A"/>
                </a:solidFill>
              </a:rPr>
              <a:t>From initial email delivery to final data exfiltration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45920" y="1417320"/>
            <a:ext cx="36576" cy="5166360"/>
          </a:xfrm>
          <a:prstGeom prst="rect">
            <a:avLst/>
          </a:prstGeom>
          <a:solidFill>
            <a:srgbClr val="1A2547"/>
          </a:solidFill>
          <a:ln w="12700">
            <a:solidFill>
              <a:srgbClr val="1A2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36192" y="146304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898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12:51 UTC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20240" y="1389888"/>
            <a:ext cx="9875520" cy="475488"/>
          </a:xfrm>
          <a:prstGeom prst="roundRect">
            <a:avLst>
              <a:gd name="adj" fmla="val 19231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📧  Phishing Email Delivered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16459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From 94.141.120.32 via spoofed domain acronas.com.tr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536192" y="2057400"/>
            <a:ext cx="237744" cy="237744"/>
          </a:xfrm>
          <a:prstGeom prst="ellipse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842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334A"/>
                </a:solidFill>
              </a:rPr>
              <a:t>t+0s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20240" y="1984248"/>
            <a:ext cx="9875520" cy="475488"/>
          </a:xfrm>
          <a:prstGeom prst="roundRect">
            <a:avLst>
              <a:gd name="adj" fmla="val 19231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20208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💀  Malware Executes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224028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Victim opens TECHNICAL SPECIFICATIONS.exe — AgentTesla launches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536192" y="2651760"/>
            <a:ext cx="237744" cy="23774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5786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C2CB"/>
                </a:solidFill>
              </a:rPr>
              <a:t>t+0.04s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920240" y="2578608"/>
            <a:ext cx="9875520" cy="475488"/>
          </a:xfrm>
          <a:prstGeom prst="roundRect">
            <a:avLst>
              <a:gd name="adj" fmla="val 19231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2615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🔍  IP Fingerprinting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283464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DNS query for api.ipify.org — victim external IP identified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536192" y="3246120"/>
            <a:ext cx="237744" cy="23774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1729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C2CB"/>
                </a:solidFill>
              </a:rPr>
              <a:t>t+6.1s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920240" y="3172968"/>
            <a:ext cx="9875520" cy="475488"/>
          </a:xfrm>
          <a:prstGeom prst="roundRect">
            <a:avLst>
              <a:gd name="adj" fmla="val 19231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0" y="3209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🌐  DNS Lookup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342900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ftp.ercolina-usa.com resolves to 192.254.225.136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536192" y="384048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7673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t+6.3s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920240" y="3767328"/>
            <a:ext cx="9875520" cy="475488"/>
          </a:xfrm>
          <a:prstGeom prst="roundRect">
            <a:avLst>
              <a:gd name="adj" fmla="val 19231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0" y="38039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🔌  FTP Connection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011680" y="40233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TCP SYN to attacker server — Pure-FTPd banner received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536192" y="4434840"/>
            <a:ext cx="237744" cy="237744"/>
          </a:xfrm>
          <a:prstGeom prst="ellipse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361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334A"/>
                </a:solidFill>
              </a:rPr>
              <a:t>t+6.7s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920240" y="4361688"/>
            <a:ext cx="9875520" cy="475488"/>
          </a:xfrm>
          <a:prstGeom prst="roundRect">
            <a:avLst>
              <a:gd name="adj" fmla="val 19231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11680" y="43982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🔓  Login Successful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011680" y="46177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USER ben@ercolina-usa.com / PASS nXe0M-WkW&amp;nJ — 230 OK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536192" y="5029200"/>
            <a:ext cx="237744" cy="237744"/>
          </a:xfrm>
          <a:prstGeom prst="ellipse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9560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334A"/>
                </a:solidFill>
              </a:rPr>
              <a:t>t+7.1s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920240" y="4956048"/>
            <a:ext cx="9875520" cy="475488"/>
          </a:xfrm>
          <a:prstGeom prst="roundRect">
            <a:avLst>
              <a:gd name="adj" fmla="val 19231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11680" y="49926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📤  Passwords Exfiltrated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011680" y="521208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PW_ file uploaded — 4.39 KB/s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536192" y="5623560"/>
            <a:ext cx="237744" cy="237744"/>
          </a:xfrm>
          <a:prstGeom prst="ellipse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55504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334A"/>
                </a:solidFill>
              </a:rPr>
              <a:t>t+8.1s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920240" y="5550408"/>
            <a:ext cx="9875520" cy="475488"/>
          </a:xfrm>
          <a:prstGeom prst="roundRect">
            <a:avLst>
              <a:gd name="adj" fmla="val 19231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11680" y="55869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📤  Chrome &amp; Edge Credentials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011680" y="580644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CO_Chrome_ and CO_Edge_ files uploaded — up to 126.77 KB/s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536192" y="621792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61447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t+1211s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920240" y="6144768"/>
            <a:ext cx="9875520" cy="475488"/>
          </a:xfrm>
          <a:prstGeom prst="roundRect">
            <a:avLst>
              <a:gd name="adj" fmla="val 19231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11680" y="61813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🔄  Second Session — Beaconing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011680" y="640080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Malware reconnects — KL_ keylogger data uploaded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565"/>
                </a:solidFill>
              </a:rPr>
              <a:t>INC-2024-1204-001  |  Globex Manufacturing Ltd  |  CONFIDENTIAL  |  7/10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IOC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Indicators of Compromise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A"/>
                </a:solidFill>
              </a:rPr>
              <a:t>23 IOCs extracted across Phase 1 (email) and Phase 2 (network)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577840" cy="5212080"/>
          </a:xfrm>
          <a:prstGeom prst="roundRect">
            <a:avLst>
              <a:gd name="adj" fmla="val 1754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</a:rPr>
              <a:t>PHASE 1 — EMAIL IOCs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01952"/>
            <a:ext cx="539496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01952"/>
            <a:ext cx="54864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19019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Email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0" y="19019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sertan@acronas.com.tr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432304"/>
            <a:ext cx="539496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432304"/>
            <a:ext cx="54864" cy="34747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24323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334A"/>
                </a:solidFill>
              </a:rPr>
              <a:t>IP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28800" y="24323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94.141.120.32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962656"/>
            <a:ext cx="539496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62656"/>
            <a:ext cx="54864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296265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Domain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28800" y="296265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acronas.com.tr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493008"/>
            <a:ext cx="539496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493008"/>
            <a:ext cx="54864" cy="34747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" y="34930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334A"/>
                </a:solidFill>
              </a:rPr>
              <a:t>File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28800" y="34930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SPECIFICATIONS.TAR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539496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023360"/>
            <a:ext cx="54864" cy="34747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" y="40233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334A"/>
                </a:solidFill>
              </a:rPr>
              <a:t>File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28800" y="40233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SPECIFICATIONS.exe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553712"/>
            <a:ext cx="539496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553712"/>
            <a:ext cx="54864" cy="347472"/>
          </a:xfrm>
          <a:prstGeom prst="rect">
            <a:avLst/>
          </a:prstGeom>
          <a:solidFill>
            <a:srgbClr val="8892AA"/>
          </a:solidFill>
          <a:ln w="12700">
            <a:solidFill>
              <a:srgbClr val="8892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" y="45537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A"/>
                </a:solidFill>
              </a:rPr>
              <a:t>MD5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828800" y="45537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b7635c9cc63619...d390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5084064"/>
            <a:ext cx="539496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5084064"/>
            <a:ext cx="54864" cy="347472"/>
          </a:xfrm>
          <a:prstGeom prst="rect">
            <a:avLst/>
          </a:prstGeom>
          <a:solidFill>
            <a:srgbClr val="8892AA"/>
          </a:solidFill>
          <a:ln w="12700">
            <a:solidFill>
              <a:srgbClr val="8892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5216" y="508406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A"/>
                </a:solidFill>
              </a:rPr>
              <a:t>SHA256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828800" y="50840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5c98308c...1d59f0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5614416"/>
            <a:ext cx="539496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5614416"/>
            <a:ext cx="54864" cy="34747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" y="56144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334A"/>
                </a:solidFill>
              </a:rPr>
              <a:t>Malware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828800" y="56144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trojan.msil/agenttesla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72200" y="1417320"/>
            <a:ext cx="5623560" cy="5212080"/>
          </a:xfrm>
          <a:prstGeom prst="roundRect">
            <a:avLst>
              <a:gd name="adj" fmla="val 1754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150876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2CB"/>
                </a:solidFill>
              </a:rPr>
              <a:t>PHASE 2 — NETWORK IOCs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63640" y="1901952"/>
            <a:ext cx="544068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63640" y="1901952"/>
            <a:ext cx="54864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91656" y="19019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Victim IP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635240" y="19019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10.12.4.101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63640" y="2432304"/>
            <a:ext cx="544068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63640" y="2432304"/>
            <a:ext cx="54864" cy="347472"/>
          </a:xfrm>
          <a:prstGeom prst="rect">
            <a:avLst/>
          </a:prstGeom>
          <a:solidFill>
            <a:srgbClr val="8892AA"/>
          </a:solidFill>
          <a:ln w="12700">
            <a:solidFill>
              <a:srgbClr val="8892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91656" y="24323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A"/>
                </a:solidFill>
              </a:rPr>
              <a:t>MAC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635240" y="243230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00:0c:f1:f4:7b:e1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63640" y="2962656"/>
            <a:ext cx="544068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63640" y="2962656"/>
            <a:ext cx="54864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91656" y="296265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Hostname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635240" y="29626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DESKTOP-VJCRXEB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63640" y="3493008"/>
            <a:ext cx="544068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63640" y="3493008"/>
            <a:ext cx="54864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91656" y="34930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Username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635240" y="34930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gary.strickman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263640" y="4023360"/>
            <a:ext cx="544068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63640" y="4023360"/>
            <a:ext cx="54864" cy="34747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91656" y="40233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334A"/>
                </a:solidFill>
              </a:rPr>
              <a:t>FTP Server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635240" y="40233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192.254.225.136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263640" y="4553712"/>
            <a:ext cx="544068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63640" y="4553712"/>
            <a:ext cx="54864" cy="34747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91656" y="45537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334A"/>
                </a:solidFill>
              </a:rPr>
              <a:t>FTP Domain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635240" y="455371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ftp.ercolina-usa.com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263640" y="5084064"/>
            <a:ext cx="544068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263640" y="5084064"/>
            <a:ext cx="54864" cy="34747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91656" y="508406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334A"/>
                </a:solidFill>
              </a:rPr>
              <a:t>FTP User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635240" y="508406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ben@ercolina-usa.com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263640" y="5614416"/>
            <a:ext cx="544068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63640" y="5614416"/>
            <a:ext cx="54864" cy="34747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91656" y="56144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334A"/>
                </a:solidFill>
              </a:rPr>
              <a:t>FTP Pass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635240" y="561441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nXe0M-WkW&amp;nJ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263640" y="6144768"/>
            <a:ext cx="544068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263640" y="6144768"/>
            <a:ext cx="54864" cy="34747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391656" y="61447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334A"/>
                </a:solidFill>
              </a:rPr>
              <a:t>Exfil x4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7635240" y="61447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PW_ / CO_Chrome_ / CO_Edge_ / KL_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565"/>
                </a:solidFill>
              </a:rPr>
              <a:t>INC-2024-1204-001  |  Globex Manufacturing Ltd  |  CONFIDENTIAL  |  8/10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RECOMMENDATIONS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Actions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A"/>
                </a:solidFill>
              </a:rPr>
              <a:t>Immediate, short-term, and long-term response steps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749040" cy="5212080"/>
          </a:xfrm>
          <a:prstGeom prst="roundRect">
            <a:avLst>
              <a:gd name="adj" fmla="val 2439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3749040" cy="54864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334A"/>
                </a:solidFill>
              </a:rPr>
              <a:t>IMMEDIATE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938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</a:rPr>
              <a:t>Within 24 Hours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320040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523744"/>
            <a:ext cx="146304" cy="146304"/>
          </a:xfrm>
          <a:prstGeom prst="ellipse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23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4"/>
                </a:solidFill>
              </a:rPr>
              <a:t>Isolate 10.12.4.101 from network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273552"/>
            <a:ext cx="146304" cy="146304"/>
          </a:xfrm>
          <a:prstGeom prst="ellipse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1729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4"/>
                </a:solidFill>
              </a:rPr>
              <a:t>Reset all credentials for gary.strickman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4023360"/>
            <a:ext cx="146304" cy="146304"/>
          </a:xfrm>
          <a:prstGeom prst="ellipse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9227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4"/>
                </a:solidFill>
              </a:rPr>
              <a:t>Block 192.254.225.136 at firewall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773168"/>
            <a:ext cx="146304" cy="146304"/>
          </a:xfrm>
          <a:prstGeom prst="ellipse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6725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4"/>
                </a:solidFill>
              </a:rPr>
              <a:t>Block 94.141.120.32 at email gateway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5522976"/>
            <a:ext cx="146304" cy="146304"/>
          </a:xfrm>
          <a:prstGeom prst="ellipse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4223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4"/>
                </a:solidFill>
              </a:rPr>
              <a:t>Submit hashes to EDR for org-wide block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43400" y="1417320"/>
            <a:ext cx="3749040" cy="5212080"/>
          </a:xfrm>
          <a:prstGeom prst="roundRect">
            <a:avLst>
              <a:gd name="adj" fmla="val 2439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1417320"/>
            <a:ext cx="374904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15727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SHORT-TERM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80560" y="1938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</a:rPr>
              <a:t>Within 2 Weeks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80560" y="2240280"/>
            <a:ext cx="320040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2523744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423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4"/>
                </a:solidFill>
              </a:rPr>
              <a:t>Enforce DMARC, DKIM, SPF on all domains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80560" y="3273552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1729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4"/>
                </a:solidFill>
              </a:rPr>
              <a:t>Block archive attachments with executables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480560" y="4023360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9227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4"/>
                </a:solidFill>
              </a:rPr>
              <a:t>Deploy/update EDR with AgentTesla sigs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480560" y="4773168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46725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4"/>
                </a:solidFill>
              </a:rPr>
              <a:t>Threat hunt for similar FTP connections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480560" y="5522976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54223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4"/>
                </a:solidFill>
              </a:rPr>
              <a:t>Review email gateway filter rules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321040" y="1417320"/>
            <a:ext cx="3749040" cy="5212080"/>
          </a:xfrm>
          <a:prstGeom prst="roundRect">
            <a:avLst>
              <a:gd name="adj" fmla="val 2439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1040" y="1417320"/>
            <a:ext cx="374904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58200" y="15727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</a:rPr>
              <a:t>LONG-TERM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458200" y="1938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</a:rPr>
              <a:t>Within 90 Days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458200" y="2240280"/>
            <a:ext cx="320040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58200" y="2523744"/>
            <a:ext cx="146304" cy="14630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0" y="2423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4"/>
                </a:solidFill>
              </a:rPr>
              <a:t>Mandatory phishing awareness training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458200" y="3273552"/>
            <a:ext cx="146304" cy="14630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0" y="31729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4"/>
                </a:solidFill>
              </a:rPr>
              <a:t>Formal IR playbook for malware incidents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458200" y="4023360"/>
            <a:ext cx="146304" cy="14630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0" y="39227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4"/>
                </a:solidFill>
              </a:rPr>
              <a:t>Regular network threat hunting exercises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458200" y="4773168"/>
            <a:ext cx="146304" cy="14630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0" y="46725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4"/>
                </a:solidFill>
              </a:rPr>
              <a:t>Deploy DNS filtering solution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458200" y="5522976"/>
            <a:ext cx="146304" cy="14630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86800" y="54223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4"/>
                </a:solidFill>
              </a:rPr>
              <a:t>Implement Zero Trust network access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565"/>
                </a:solidFill>
              </a:rPr>
              <a:t>INC-2024-1204-001  |  Globex Manufacturing Ltd  |  CONFIDENTIAL  |  9/10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389120" cy="6858000"/>
          </a:xfrm>
          <a:prstGeom prst="rect">
            <a:avLst/>
          </a:prstGeom>
          <a:solidFill>
            <a:srgbClr val="111936"/>
          </a:solidFill>
          <a:ln w="12700">
            <a:solidFill>
              <a:srgbClr val="1119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54864" cy="6858000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772400" cy="7315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334A"/>
                </a:solidFill>
              </a:rPr>
              <a:t>INVESTIGATION COMPLETE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7132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Closed: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 Chain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FullyReconstructed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32004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136392"/>
            <a:ext cx="146304" cy="14630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0358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</a:rPr>
              <a:t>AgentTesla delivered via spoofed Turkish supplier email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685032"/>
            <a:ext cx="146304" cy="14630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5844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</a:rPr>
              <a:t>All email authentication controls failed — spoofing confirmed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33672"/>
            <a:ext cx="146304" cy="14630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1330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</a:rPr>
              <a:t>Malware exfiltrated passwords, browser credentials, and keylogger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782312"/>
            <a:ext cx="146304" cy="14630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6817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</a:rPr>
              <a:t>Complete attack chain reconstructed from email delivery to final packet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5330952"/>
            <a:ext cx="146304" cy="14630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2303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</a:rPr>
              <a:t>23 IOCs documented for immediate blocking and threat intelligence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55280" y="365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2CB"/>
                </a:solidFill>
              </a:rPr>
              <a:t>CASE SUMMARY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955280" y="804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Reference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5528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INC-2024-1204-001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55280" y="1371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Malware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955280" y="15727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AgentTesla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55280" y="19385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Victim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2139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gary.strickman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55280" y="25054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Host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955280" y="27066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DESKTOP-VJCRXEB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55280" y="30723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Attacker IP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55280" y="3273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192.254.225.136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55280" y="36393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Files Stolen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55280" y="3840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55280" y="4206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IOCs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955280" y="4407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23 total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955280" y="4773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Severity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955280" y="49743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334A"/>
                </a:solidFill>
              </a:rPr>
              <a:t>HIGH / CRITICAL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55280" y="53400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Status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955280" y="55412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Evidence Collected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955280" y="65379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565"/>
                </a:solidFill>
              </a:rPr>
              <a:t>Analyst: [Your Name]  |  31 May 2026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 Incident Investigation — AgentTesla</dc:title>
  <dc:subject>PptxGenJS Presentation</dc:subject>
  <dc:creator>PptxGenJS</dc:creator>
  <cp:lastModifiedBy>PptxGenJS</cp:lastModifiedBy>
  <cp:revision>1</cp:revision>
  <dcterms:created xsi:type="dcterms:W3CDTF">2026-06-02T20:18:13Z</dcterms:created>
  <dcterms:modified xsi:type="dcterms:W3CDTF">2026-06-02T20:18:13Z</dcterms:modified>
</cp:coreProperties>
</file>