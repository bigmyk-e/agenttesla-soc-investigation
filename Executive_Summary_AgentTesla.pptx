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8E9E56-42F9-4083-A4A1-14180487EC04}" v="1976" dt="2026-06-02T22:17:59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28839-FA1C-4344-BD17-D9A8CEE26AF4}" type="datetimeFigureOut"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844D-5498-45DC-AD3E-4E1ADFCB9B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1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111936"/>
          </a:solidFill>
          <a:ln w="12700">
            <a:solidFill>
              <a:srgbClr val="1119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8334A"/>
                </a:solidFill>
              </a:rPr>
              <a:t>SOC INCIDENT INVESTIGATION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AgentTesla Phishing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Data Exfiltration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2004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8892AA"/>
                </a:solidFill>
              </a:rPr>
              <a:t>Incident Reference: </a:t>
            </a:r>
            <a:r>
              <a:rPr lang="en-US" sz="1300" dirty="0">
                <a:solidFill>
                  <a:srgbClr val="E8ECF4"/>
                </a:solidFill>
              </a:rPr>
              <a:t>INC-2024-1204-001
</a:t>
            </a:r>
            <a:r>
              <a:rPr lang="en-US" sz="1300" b="1">
                <a:solidFill>
                  <a:srgbClr val="8892AA"/>
                </a:solidFill>
              </a:rPr>
              <a:t>Organization</a:t>
            </a:r>
            <a:r>
              <a:rPr lang="en-US" sz="1300" b="1" dirty="0">
                <a:solidFill>
                  <a:srgbClr val="8892AA"/>
                </a:solidFill>
              </a:rPr>
              <a:t>: </a:t>
            </a:r>
            <a:r>
              <a:rPr lang="en-US" sz="1300" dirty="0">
                <a:solidFill>
                  <a:srgbClr val="E8ECF4"/>
                </a:solidFill>
              </a:rPr>
              <a:t>Globex Manufacturing Ltd
</a:t>
            </a:r>
            <a:r>
              <a:rPr lang="en-US" sz="1300" b="1" dirty="0">
                <a:solidFill>
                  <a:srgbClr val="8892AA"/>
                </a:solidFill>
              </a:rPr>
              <a:t>Analyst: </a:t>
            </a:r>
            <a:r>
              <a:rPr lang="en-US" sz="1300" dirty="0">
                <a:solidFill>
                  <a:srgbClr val="E8ECF4"/>
                </a:solidFill>
              </a:rPr>
              <a:t>Michael Leramo  |  SOC Analyst Tier 2
</a:t>
            </a:r>
            <a:r>
              <a:rPr lang="en-US" sz="1300" b="1" dirty="0">
                <a:solidFill>
                  <a:srgbClr val="8892AA"/>
                </a:solidFill>
              </a:rPr>
              <a:t>Date: </a:t>
            </a:r>
            <a:r>
              <a:rPr lang="en-US" sz="1300" dirty="0">
                <a:solidFill>
                  <a:srgbClr val="E8ECF4"/>
                </a:solidFill>
              </a:rPr>
              <a:t>31 May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THREAT PROFILE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0" y="777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Malware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0" y="987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AgentTesla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0" y="1344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Type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Infostealer / Trojan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0" y="1911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Vector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Phishing Email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24780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Exfil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0" y="2688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FTP Cleartext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3044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Severity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0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4A"/>
                </a:solidFill>
              </a:rPr>
              <a:t>CRITICAL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Date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0" y="3822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Dec 2024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56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Incident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</a:rPr>
              <a:t>Key metrics from the AgentTesla investigation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178308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3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49/63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53288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</a:rPr>
              <a:t>VirusTotal Detections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4630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463040"/>
            <a:ext cx="54864" cy="178308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55448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3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297680" y="253288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</a:rPr>
              <a:t>Files Exfiltrated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463040"/>
            <a:ext cx="54864" cy="1783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55448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092440" y="253288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</a:rPr>
              <a:t>Time to First Exfiltration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57600"/>
            <a:ext cx="54864" cy="1783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4904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472744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</a:rPr>
              <a:t>FTP Sessions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36576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3657600"/>
            <a:ext cx="54864" cy="1783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74904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297680" y="472744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</a:rPr>
              <a:t>IOCs Extracted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36576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3657600"/>
            <a:ext cx="54864" cy="1783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3749040"/>
            <a:ext cx="338328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 min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092440" y="4727448"/>
            <a:ext cx="338328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</a:rPr>
              <a:t>Beaconing Interval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0032"/>
            <a:ext cx="1645920" cy="238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0032"/>
            <a:ext cx="1645920" cy="23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— EMAIL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928"/>
            <a:ext cx="11430000" cy="460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Email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42992"/>
            <a:ext cx="1143000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</a:rPr>
              <a:t>Supplier impersonation delivering AgentTesla malware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1320"/>
            <a:ext cx="5486400" cy="5170080"/>
          </a:xfrm>
          <a:prstGeom prst="roundRect">
            <a:avLst>
              <a:gd name="adj" fmla="val 1754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760"/>
            <a:ext cx="521208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EMAIL HEADER FINDINGS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84240"/>
            <a:ext cx="128016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Sender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884240"/>
            <a:ext cx="384048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sertan@acronas.com.tr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05448"/>
            <a:ext cx="128016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Origin 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2405448"/>
            <a:ext cx="384048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94.141.120.32 — France (DGTL TECH UK LLP)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26656"/>
            <a:ext cx="128016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SPF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2926656"/>
            <a:ext cx="384048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Softfail ❌ — IP not authorised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47864"/>
            <a:ext cx="128016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DKIM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3447864"/>
            <a:ext cx="384048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None ❌ — no digital signature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969072"/>
            <a:ext cx="128016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DMARC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3969072"/>
            <a:ext cx="384048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None ❌ — no enforcement policy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490280"/>
            <a:ext cx="128016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WHOIS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4490280"/>
            <a:ext cx="384048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No record found for acronas.com.tr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5011488"/>
            <a:ext cx="128016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AbuseIPDB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5011488"/>
            <a:ext cx="384048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57 reports — Hacking, Port Scan, Brute-Force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5532696"/>
            <a:ext cx="128016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Relay Hops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5532696"/>
            <a:ext cx="3840480" cy="21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1 hop only — direct from unknown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381320"/>
            <a:ext cx="5715000" cy="2335440"/>
          </a:xfrm>
          <a:prstGeom prst="roundRect">
            <a:avLst>
              <a:gd name="adj" fmla="val 384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472760"/>
            <a:ext cx="539496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SOCIAL ENGINEERING TECHNIQUE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1865952"/>
            <a:ext cx="5394960" cy="3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Supplier / Vendor Impersonation (BEC)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231712"/>
            <a:ext cx="5394960" cy="3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Fake company: Acron Su ve Çevre Teknolojileri A.S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597472"/>
            <a:ext cx="5394960" cy="3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Professional tone — avoids urgency to bypass filters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963232"/>
            <a:ext cx="5394960" cy="3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Grammar errors: 'Dea Sir', 'We are Turkish company'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328992"/>
            <a:ext cx="5394960" cy="3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4"/>
                </a:solidFill>
              </a:rPr>
              <a:t>Vague attachment lure — no specific product named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3941640"/>
            <a:ext cx="5709000" cy="2609760"/>
          </a:xfrm>
          <a:prstGeom prst="roundRect">
            <a:avLst>
              <a:gd name="adj" fmla="val 3448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033080"/>
            <a:ext cx="539496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334A"/>
                </a:solidFill>
              </a:rPr>
              <a:t>ATTACHMENT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444560"/>
            <a:ext cx="909600" cy="2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File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18960" y="4444560"/>
            <a:ext cx="415392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SPECIFICATIONS.TAR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4856040"/>
            <a:ext cx="909600" cy="25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Actual 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18960" y="4856040"/>
            <a:ext cx="415392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 v4 Win32 — file type spoofing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5249520"/>
            <a:ext cx="909600" cy="2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Detection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18960" y="5267520"/>
            <a:ext cx="415392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49/63 — trojan.msil/agenttesla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5643000"/>
            <a:ext cx="909600" cy="2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MD5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18960" y="5679000"/>
            <a:ext cx="415392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b7635c9cc63619099419c68a2bf0d390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6090480"/>
            <a:ext cx="90960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SHA256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18960" y="6066480"/>
            <a:ext cx="4153920" cy="2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00" dirty="0"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r>
              <a:rPr lang="en-US" sz="900">
                <a:solidFill>
                  <a:schemeClr val="bg1"/>
                </a:solidFill>
                <a:latin typeface="Consolas"/>
                <a:ea typeface="Calibri"/>
                <a:cs typeface="Arial"/>
              </a:rPr>
              <a:t>5c98308c69c84a57214442e2cadc9f8f0fcdbab8e6050f9915ac336b6f1d59f0</a:t>
            </a:r>
            <a:endParaRPr lang="en-US" sz="900">
              <a:solidFill>
                <a:schemeClr val="bg1"/>
              </a:solidFill>
              <a:latin typeface="Consola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54032"/>
            <a:ext cx="1645920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MALWARE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64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AgentTesla — Malware Profile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76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</a:rPr>
              <a:t>Capability analysis from VirusTotal sandbox behaviour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610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8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498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Credential Harvesting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863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Extracts saved passwords from browsers and applications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3610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98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⌨️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498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Keylogging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863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Records all keystrokes — captures credentials as typed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1552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52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3052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Clipboard Capture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418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Monitors and steals clipboard contents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91552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052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052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FTP Exfiltration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3418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Transmits stolen data via FTP in cleartext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4700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0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👻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234440" y="4607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Sandbox Evasion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972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Detects debug environments, checks BIOS and network adapters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44700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60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040880" y="4607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Persistence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4972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4"/>
                </a:solidFill>
              </a:rPr>
              <a:t>Modifies registry to survive system reboots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6070200"/>
            <a:ext cx="11430000" cy="457200"/>
          </a:xfrm>
          <a:prstGeom prst="roundRect">
            <a:avLst>
              <a:gd name="adj" fmla="val 20000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13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MITRE ATT&amp;CK: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61342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E2D5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613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CB"/>
                </a:solidFill>
              </a:rPr>
              <a:t>TA0002 Execution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89120" y="61342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E2D5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613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CB"/>
                </a:solidFill>
              </a:rPr>
              <a:t>TA0003 Persistence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0" y="61342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E2D5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613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CB"/>
                </a:solidFill>
              </a:rPr>
              <a:t>TA0004 Privilege Escalation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326880" y="61342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E2D5A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0" y="613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2CB"/>
                </a:solidFill>
              </a:rPr>
              <a:t>TA0005 Defense Evasion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— NETWORK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Infected Host Identification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</a:rPr>
              <a:t>Network endpoint analysis from PCAP — 182 packets, 4 IP addresses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3474720" cy="54864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4A"/>
                </a:solidFill>
              </a:rPr>
              <a:t>🖥️  INFECTED HOST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10.12.4.101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MAC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00:0c:f1:f4:7b:e1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User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Host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Packets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182 (100% of capture)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2468880"/>
            <a:ext cx="1005840" cy="548640"/>
          </a:xfrm>
          <a:prstGeom prst="rightArrow">
            <a:avLst/>
          </a:prstGeom>
          <a:solidFill>
            <a:srgbClr val="1A2547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090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A"/>
                </a:solidFill>
              </a:rPr>
              <a:t>FTP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AA"/>
                </a:solidFill>
              </a:rPr>
              <a:t>port 21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20640" y="146304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463040"/>
            <a:ext cx="34747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🌐  ATTACKER FTP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192.254.225.136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Domain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ftp.ercolina-usa.com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Software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Pure-FTPd [privsep] [TLS]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(FTP)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Sessions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(t=6s and t=1211s)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32520" y="2468880"/>
            <a:ext cx="1005840" cy="548640"/>
          </a:xfrm>
          <a:prstGeom prst="rightArrow">
            <a:avLst/>
          </a:prstGeom>
          <a:solidFill>
            <a:srgbClr val="1A2547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3090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A"/>
                </a:solidFill>
              </a:rPr>
              <a:t>DNS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AA"/>
                </a:solidFill>
              </a:rPr>
              <a:t>HTTPS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875520" y="21470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2284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</a:rPr>
              <a:t>🌍  api.ipify.org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66960" y="2649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172.67.74.152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IP fingerprint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t=0.000000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251960"/>
            <a:ext cx="11430000" cy="1463040"/>
          </a:xfrm>
          <a:prstGeom prst="roundRect">
            <a:avLst>
              <a:gd name="adj" fmla="val 6250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251960"/>
            <a:ext cx="54864" cy="146304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159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334A"/>
                </a:solidFill>
              </a:rPr>
              <a:t>⚠️  STOLEN FTP CREDENTIALS — TRANSMITTED IN CLEARTEXT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92AA"/>
                </a:solidFill>
              </a:rPr>
              <a:t>USERNAME: 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ben@ercolina-usa.com</a:t>
            </a:r>
            <a:r>
              <a:rPr lang="en-US" sz="1200" b="1" dirty="0">
                <a:solidFill>
                  <a:srgbClr val="8892AA"/>
                </a:solidFill>
              </a:rPr>
              <a:t>          PASSWORD: 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nXe0M-WkW&amp;nJ</a:t>
            </a:r>
            <a:r>
              <a:rPr lang="en-US" sz="1200" b="1" dirty="0">
                <a:solidFill>
                  <a:srgbClr val="8892AA"/>
                </a:solidFill>
              </a:rPr>
              <a:t>          AUTH RESULT:  </a:t>
            </a:r>
            <a:r>
              <a:rPr lang="en-US" sz="1200" b="1" dirty="0">
                <a:solidFill>
                  <a:srgbClr val="22C55E"/>
                </a:solidFill>
              </a:rPr>
              <a:t>230 OK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5120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Source: Wireshark FTP filter — credentials visible in plaintext at Packet 24 (USER) and Packet 27 (PASS)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FTP EXFILTRATION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Exfiltration — What Was Stolen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</a:rPr>
              <a:t>4 files exfiltrated across 2 FTP sessions to attacker server 192.254.225.136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807208" cy="5074920"/>
          </a:xfrm>
          <a:prstGeom prst="roundRect">
            <a:avLst>
              <a:gd name="adj" fmla="val 325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63040"/>
            <a:ext cx="2807208" cy="64008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27632"/>
            <a:ext cx="2532888" cy="292608"/>
          </a:xfrm>
          <a:prstGeom prst="roundRect">
            <a:avLst>
              <a:gd name="adj" fmla="val 15625"/>
            </a:avLst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2532888" cy="347472"/>
          </a:xfrm>
          <a:prstGeom prst="roundRect">
            <a:avLst>
              <a:gd name="adj" fmla="val 13158"/>
            </a:avLst>
          </a:prstGeom>
          <a:solidFill>
            <a:srgbClr val="111936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3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PW_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Password Dump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52928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A"/>
                </a:solidFill>
              </a:rPr>
              <a:t>Harvested system and application passwords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3931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Victim identity in filename: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67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3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3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425696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Timestamp: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t=7.158194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992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Speed: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5193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4.39 KB/s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6263640"/>
            <a:ext cx="2807208" cy="27432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2636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226 File successfully transferred 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72968" y="1463040"/>
            <a:ext cx="2807208" cy="5074920"/>
          </a:xfrm>
          <a:prstGeom prst="roundRect">
            <a:avLst>
              <a:gd name="adj" fmla="val 325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1463040"/>
            <a:ext cx="28072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1627632"/>
            <a:ext cx="2532888" cy="292608"/>
          </a:xfrm>
          <a:prstGeom prst="roundRect">
            <a:avLst>
              <a:gd name="adj" fmla="val 1562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16276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011680"/>
            <a:ext cx="2532888" cy="347472"/>
          </a:xfrm>
          <a:prstGeom prst="roundRect">
            <a:avLst>
              <a:gd name="adj" fmla="val 13158"/>
            </a:avLst>
          </a:prstGeom>
          <a:solidFill>
            <a:srgbClr val="11193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0116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CO_Chrome_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10128" y="2468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Chrome Credentials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10128" y="2852928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A"/>
                </a:solidFill>
              </a:rPr>
              <a:t>Saved passwords, cookies and session tokens from Google Chrome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128" y="3566160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63931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Victim identity in filename: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10128" y="3867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10128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10128" y="4425696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Timestamp: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10128" y="47091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t=8.180679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10128" y="4992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Speed: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10128" y="5193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126.77 KB/s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72968" y="6263640"/>
            <a:ext cx="280720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62636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226 File successfully transferred 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17336" y="1463040"/>
            <a:ext cx="2807208" cy="5074920"/>
          </a:xfrm>
          <a:prstGeom prst="roundRect">
            <a:avLst>
              <a:gd name="adj" fmla="val 325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17336" y="1463040"/>
            <a:ext cx="280720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1627632"/>
            <a:ext cx="2532888" cy="292608"/>
          </a:xfrm>
          <a:prstGeom prst="roundRect">
            <a:avLst>
              <a:gd name="adj" fmla="val 1562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16276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 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54496" y="2011680"/>
            <a:ext cx="2532888" cy="347472"/>
          </a:xfrm>
          <a:prstGeom prst="roundRect">
            <a:avLst>
              <a:gd name="adj" fmla="val 13158"/>
            </a:avLst>
          </a:prstGeom>
          <a:solidFill>
            <a:srgbClr val="11193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0116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CO_Edge_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54496" y="2468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Edge Credentials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54496" y="2852928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A"/>
                </a:solidFill>
              </a:rPr>
              <a:t>Saved passwords, cookies and session tokens from Microsoft Edge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54496" y="3566160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4496" y="363931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Victim identity in filename: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54496" y="3867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54496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54496" y="4425696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54496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Timestamp: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54496" y="47091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t=8.619721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54496" y="4992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Speed: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54496" y="5193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90.09 KB/s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17336" y="6263640"/>
            <a:ext cx="280720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08776" y="62636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226 File successfully transferred ✓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061704" y="1463040"/>
            <a:ext cx="2807208" cy="5074920"/>
          </a:xfrm>
          <a:prstGeom prst="roundRect">
            <a:avLst>
              <a:gd name="adj" fmla="val 3257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61704" y="1463040"/>
            <a:ext cx="28072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98864" y="1627632"/>
            <a:ext cx="2532888" cy="292608"/>
          </a:xfrm>
          <a:prstGeom prst="roundRect">
            <a:avLst>
              <a:gd name="adj" fmla="val 15625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98864" y="1627632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198864" y="2011680"/>
            <a:ext cx="2532888" cy="347472"/>
          </a:xfrm>
          <a:prstGeom prst="roundRect">
            <a:avLst>
              <a:gd name="adj" fmla="val 13158"/>
            </a:avLst>
          </a:prstGeom>
          <a:solidFill>
            <a:srgbClr val="111936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98864" y="20116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KL_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9198864" y="2468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Keylogger Output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9198864" y="2852928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A"/>
                </a:solidFill>
              </a:rPr>
              <a:t>All keystrokes recorded by AgentTesla over ~20 minutes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198864" y="3566160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98864" y="363931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Victim identity in filename: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198864" y="3867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198864" y="411480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198864" y="4425696"/>
            <a:ext cx="2532888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98864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Timestamp: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198864" y="47091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t=1212.249450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198864" y="4992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A"/>
                </a:solidFill>
              </a:rPr>
              <a:t>Speed: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198864" y="51937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—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9061704" y="6263640"/>
            <a:ext cx="2807208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153144" y="62636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226 File successfully transferred ✓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0032"/>
            <a:ext cx="164592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0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0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Attack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2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</a:rPr>
              <a:t>From initial email delivery to final data exfiltration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321320"/>
            <a:ext cx="36576" cy="516636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192" y="136704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3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</a:rPr>
              <a:t>12:51 UTC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29388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330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📧  Phishing Email Delivered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5499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From 94.141.120.32 via spoofed domain acronas.com.tr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36192" y="1961400"/>
            <a:ext cx="237744" cy="23774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88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334A"/>
                </a:solidFill>
              </a:rPr>
              <a:t>t+0s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188824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924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💀  Malware Executes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1442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Victim opens TECHNICAL SPECIFICATIONS.exe — AgentTesla launches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36192" y="2555760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82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</a:rPr>
              <a:t>t+0.04s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248260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519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IP Fingerprinting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73864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DNS query for api.ipify.org — victim external IP identified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36192" y="3150120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76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</a:rPr>
              <a:t>t+6.1s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307696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3113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DNS Lookup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33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ftp.ercolina-usa.com resolves to 192.254.225.136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36192" y="374448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71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</a:rPr>
              <a:t>t+6.3s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367132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3707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🔌  FTP Connection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39273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TCP SYN to attacker server — Pure-FTPd banner received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536192" y="4338840"/>
            <a:ext cx="237744" cy="23774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65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334A"/>
                </a:solidFill>
              </a:rPr>
              <a:t>t+6.7s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426568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4302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🔓  Login Successful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11680" y="45217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USER ben@ercolina-usa.com / PASS nXe0M-WkW&amp;nJ — 230 OK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36192" y="4933200"/>
            <a:ext cx="237744" cy="23774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60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334A"/>
                </a:solidFill>
              </a:rPr>
              <a:t>t+7.1s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20240" y="486004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0" y="4896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📤  Passwords Exfiltrated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51160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PW_ file uploaded — 4.39 KB/s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536192" y="5527560"/>
            <a:ext cx="237744" cy="23774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454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334A"/>
                </a:solidFill>
              </a:rPr>
              <a:t>t+8.1s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20240" y="545440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549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📤  Chrome &amp; Edge Credentials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011680" y="571044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CO_Chrome_ and CO_Edge_ files uploaded — up to 126.77 KB/s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536192" y="61219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6048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</a:rPr>
              <a:t>t+1211s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920240" y="6048768"/>
            <a:ext cx="9875520" cy="475488"/>
          </a:xfrm>
          <a:prstGeom prst="roundRect">
            <a:avLst>
              <a:gd name="adj" fmla="val 19231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0" y="608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Second Session — Beaconing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011680" y="63048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Malware reconnects — KL_ keylogger data uploaded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0032"/>
            <a:ext cx="1645920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0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IOC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40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Indicators of Compromise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52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</a:rPr>
              <a:t>23 IOCs extracted across Phase 1 (email) and Phase 2 (network)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1320"/>
            <a:ext cx="5577840" cy="5212080"/>
          </a:xfrm>
          <a:prstGeom prst="roundRect">
            <a:avLst>
              <a:gd name="adj" fmla="val 1754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2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PHASE 1 — EMAIL IOCs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75952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75952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775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Email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775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sertan@acronas.com.tr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06304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06304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3063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2306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94.141.120.32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36656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36656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8366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Domain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28366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acronas.com.tr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67008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67008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3367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File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36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SPECIFICATIONS.TAR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97360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97360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3897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File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3897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SPECIFICATIONS.exe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427712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27712"/>
            <a:ext cx="54864" cy="347472"/>
          </a:xfrm>
          <a:prstGeom prst="rect">
            <a:avLst/>
          </a:prstGeom>
          <a:solidFill>
            <a:srgbClr val="8892AA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4427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MD5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0" y="4427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b7635c9cc63619...d390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958064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958064"/>
            <a:ext cx="54864" cy="347472"/>
          </a:xfrm>
          <a:prstGeom prst="rect">
            <a:avLst/>
          </a:prstGeom>
          <a:solidFill>
            <a:srgbClr val="8892AA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" y="49580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SHA256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0" y="49580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5c98308c...1d59f0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5488416"/>
            <a:ext cx="539496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488416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" y="5488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Malware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54884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trojan.msil/agenttesla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1291320"/>
            <a:ext cx="5623560" cy="5212080"/>
          </a:xfrm>
          <a:prstGeom prst="roundRect">
            <a:avLst>
              <a:gd name="adj" fmla="val 1754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3827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PHASE 2 — NETWORK IOCs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63640" y="1775952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1775952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1775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Victim IP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35240" y="1775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10.12.4.101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63640" y="2306304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63640" y="2306304"/>
            <a:ext cx="54864" cy="347472"/>
          </a:xfrm>
          <a:prstGeom prst="rect">
            <a:avLst/>
          </a:prstGeom>
          <a:solidFill>
            <a:srgbClr val="8892AA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23063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A"/>
                </a:solidFill>
              </a:rPr>
              <a:t>MAC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35240" y="23063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00:0c:f1:f4:7b:e1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2836656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2836656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28366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Hostname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2836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DESKTOP-VJCRXEB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3367008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3367008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91656" y="3367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Username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635240" y="33670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gary.strickman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63640" y="3897360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3897360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91656" y="3897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FTP Server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635240" y="3897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192.254.225.136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63640" y="4427712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63640" y="4427712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91656" y="4427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FTP Domain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35240" y="44277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ftp.ercolina-usa.com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63640" y="4958064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63640" y="4958064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91656" y="49580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FTP User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635240" y="49580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ben@ercolina-usa.com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63640" y="5488416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63640" y="5488416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91656" y="5488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FTP Pass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635240" y="5488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nXe0M-WkW&amp;nJ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63640" y="6018768"/>
            <a:ext cx="5440680" cy="347472"/>
          </a:xfrm>
          <a:prstGeom prst="roundRect">
            <a:avLst>
              <a:gd name="adj" fmla="val 26316"/>
            </a:avLst>
          </a:prstGeom>
          <a:solidFill>
            <a:srgbClr val="111936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63640" y="6018768"/>
            <a:ext cx="54864" cy="34747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91656" y="6018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334A"/>
                </a:solidFill>
              </a:rPr>
              <a:t>Exfil x4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635240" y="6018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PW_ / CO_Chrome_ / CO_Edge_ / KL_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72032"/>
            <a:ext cx="16459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29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949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</a:rPr>
              <a:t>Immediate, short-term, and long-term response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3332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33320"/>
            <a:ext cx="3749040" cy="54864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8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334A"/>
                </a:solidFill>
              </a:rPr>
              <a:t>IMMEDIATE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5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A"/>
                </a:solidFill>
              </a:rPr>
              <a:t>Within 24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56280"/>
            <a:ext cx="32004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23744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39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Isolate 10.12.4.101 from network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88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Reset all credentials for gary.strickman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38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Block 192.254.225.136 at firewall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773168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88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Block 94.141.120.32 at email gateway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522976"/>
            <a:ext cx="146304" cy="146304"/>
          </a:xfrm>
          <a:prstGeom prst="ellipse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338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Submit hashes to EDR for org-wide block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133332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333320"/>
            <a:ext cx="37490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488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SHORT-TERM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185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A"/>
                </a:solidFill>
              </a:rPr>
              <a:t>Within 2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2156280"/>
            <a:ext cx="32004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523744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339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Enforce DMARC, DKIM, SPF on all domains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27355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088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Block archive attachments with executables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80560" y="40233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838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Deploy/update EDR with AgentTesla sigs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4773168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4588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Threat hunt for similar FTP connections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80560" y="5522976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5338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Review email gateway filter rules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21040" y="133332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1A2547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1333320"/>
            <a:ext cx="37490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1488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</a:rPr>
              <a:t>LONG-TERM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185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A"/>
                </a:solidFill>
              </a:rPr>
              <a:t>Within 90 Days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58200" y="2156280"/>
            <a:ext cx="32004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2523744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2339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Mandatory phishing awareness training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58200" y="327355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3088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Formal IR playbook for malware incidents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458200" y="4023360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3838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Regular network threat hunting exercises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58200" y="4773168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588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Deploy DNS filtering solution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458200" y="5522976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5338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4"/>
                </a:solidFill>
              </a:rPr>
              <a:t>Implement Zero Trust network access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565"/>
                </a:solidFill>
              </a:rPr>
              <a:t>INC-2024-1204-001  |  Globex Manufacturing Ltd  |  CONFIDENTIAL  |  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11936"/>
          </a:solidFill>
          <a:ln w="12700">
            <a:solidFill>
              <a:srgbClr val="1119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54864" cy="685800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772400" cy="7315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8334A"/>
                </a:solidFill>
              </a:rPr>
              <a:t>INVESTIGATION 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3524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Closed: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Chain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FullyReconstructed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8360"/>
            <a:ext cx="32004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3639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938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4"/>
                </a:solidFill>
              </a:rPr>
              <a:t>AgentTesla delivered via spoofed Turkish supplier email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8503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424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4"/>
                </a:solidFill>
              </a:rPr>
              <a:t>All email authentication controls failed — spoofing confirmed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3367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910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4"/>
                </a:solidFill>
              </a:rPr>
              <a:t>Malware exfiltrated passwords, browser credentials, and keylogger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8231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39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4"/>
                </a:solidFill>
              </a:rPr>
              <a:t>Complete attack chain reconstructed from email delivery to final packet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330952"/>
            <a:ext cx="146304" cy="14630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188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4"/>
                </a:solidFill>
              </a:rPr>
              <a:t>23 IOCs documented for immediate blocking and threat 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365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CASE SUMMARY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0" y="804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Reference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INC-2024-1204-001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Malware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AgentTesla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Victim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gary.strickman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Host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2706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DESKTOP-VJCRXEB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072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Attacker 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3273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192.254.225.136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Files Stolen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IOCs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 total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4773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Severity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4974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4A"/>
                </a:solidFill>
              </a:rPr>
              <a:t>HIGH / CRITICAL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5340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A"/>
                </a:solidFill>
              </a:rPr>
              <a:t>Status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5541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Collected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6537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3A4565"/>
                </a:solidFill>
              </a:rPr>
              <a:t>Analyst: Michael Leramo  |  31 May 2026  |  CONFIDENTIAL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Incident Investigation — AgentTesla</dc:title>
  <dc:subject>PptxGenJS Presentation</dc:subject>
  <dc:creator>PptxGenJS</dc:creator>
  <cp:lastModifiedBy>PptxGenJS</cp:lastModifiedBy>
  <cp:revision>115</cp:revision>
  <dcterms:created xsi:type="dcterms:W3CDTF">2026-06-02T20:18:13Z</dcterms:created>
  <dcterms:modified xsi:type="dcterms:W3CDTF">2026-06-02T22:23:33Z</dcterms:modified>
</cp:coreProperties>
</file>